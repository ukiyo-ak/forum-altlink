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7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-1474" y="-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konst\Documents\GitHub\ALTLINK-VPN\media\backgrou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18105" y="-99392"/>
            <a:ext cx="10176676" cy="720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71600" y="2155588"/>
            <a:ext cx="7772400" cy="1470025"/>
          </a:xfrm>
        </p:spPr>
        <p:txBody>
          <a:bodyPr>
            <a:normAutofit/>
          </a:bodyPr>
          <a:lstStyle/>
          <a:p>
            <a:r>
              <a:rPr lang="en-US" sz="5400" b="1" dirty="0" smtClean="0">
                <a:latin typeface="Bahnschrift Light" pitchFamily="34" charset="0"/>
              </a:rPr>
              <a:t>Forum ALTLINK</a:t>
            </a:r>
            <a:endParaRPr lang="ru-RU" sz="5400" b="1" dirty="0">
              <a:latin typeface="Bahnschrift Light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 </a:t>
            </a:r>
            <a:endParaRPr lang="ru-RU" dirty="0"/>
          </a:p>
        </p:txBody>
      </p:sp>
      <p:pic>
        <p:nvPicPr>
          <p:cNvPr id="1027" name="Picture 3" descr="C:\Users\konst\Documents\GitHub\ALTLINK-VPN\media\altlink ico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055" y="2492896"/>
            <a:ext cx="900100" cy="807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4221088"/>
            <a:ext cx="2088232" cy="2519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4436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C:\Users\konst\Documents\GitHub\ALTLINK-VPN\media\backgrou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18105" y="-99392"/>
            <a:ext cx="10176676" cy="720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- Главная страница форума на `</a:t>
            </a:r>
            <a:r>
              <a:rPr lang="ru-RU" dirty="0" err="1"/>
              <a:t>Flask</a:t>
            </a:r>
            <a:r>
              <a:rPr lang="ru-RU" dirty="0"/>
              <a:t>`</a:t>
            </a:r>
          </a:p>
          <a:p>
            <a:r>
              <a:rPr lang="ru-RU" dirty="0"/>
              <a:t>- Регистрация аккаунта с `</a:t>
            </a:r>
            <a:r>
              <a:rPr lang="ru-RU" dirty="0" err="1"/>
              <a:t>nickname</a:t>
            </a:r>
            <a:r>
              <a:rPr lang="ru-RU" dirty="0"/>
              <a:t>`, паролем, подтверждением пароля, полом и загрузкой </a:t>
            </a:r>
            <a:r>
              <a:rPr lang="ru-RU" dirty="0" err="1"/>
              <a:t>аватарки</a:t>
            </a:r>
            <a:endParaRPr lang="ru-RU" dirty="0"/>
          </a:p>
          <a:p>
            <a:r>
              <a:rPr lang="ru-RU" dirty="0"/>
              <a:t>- Отдельная страница профиля пользователя</a:t>
            </a:r>
          </a:p>
          <a:p>
            <a:r>
              <a:rPr lang="ru-RU" dirty="0"/>
              <a:t>- ORM-модель `</a:t>
            </a:r>
            <a:r>
              <a:rPr lang="ru-RU" dirty="0" err="1"/>
              <a:t>User</a:t>
            </a:r>
            <a:r>
              <a:rPr lang="ru-RU" dirty="0"/>
              <a:t>` через `</a:t>
            </a:r>
            <a:r>
              <a:rPr lang="ru-RU" dirty="0" err="1"/>
              <a:t>Flask-SQLAlchemy</a:t>
            </a:r>
            <a:r>
              <a:rPr lang="ru-RU" dirty="0"/>
              <a:t>`</a:t>
            </a:r>
          </a:p>
          <a:p>
            <a:r>
              <a:rPr lang="ru-RU" dirty="0"/>
              <a:t>- Работа с контекстом текущего пользователя через сессии </a:t>
            </a:r>
            <a:r>
              <a:rPr lang="ru-RU" dirty="0" err="1"/>
              <a:t>Flask</a:t>
            </a:r>
            <a:r>
              <a:rPr lang="ru-RU" dirty="0"/>
              <a:t> и `</a:t>
            </a:r>
            <a:r>
              <a:rPr lang="ru-RU" dirty="0" err="1"/>
              <a:t>g.current_user</a:t>
            </a:r>
            <a:r>
              <a:rPr lang="ru-RU" dirty="0"/>
              <a:t>`</a:t>
            </a:r>
          </a:p>
          <a:p>
            <a:r>
              <a:rPr lang="ru-RU" dirty="0"/>
              <a:t>- Темы форума и сообщения пользователей внутри тем</a:t>
            </a:r>
          </a:p>
          <a:p>
            <a:r>
              <a:rPr lang="ru-RU" dirty="0"/>
              <a:t>- Загрузка </a:t>
            </a:r>
            <a:r>
              <a:rPr lang="ru-RU" dirty="0" err="1"/>
              <a:t>аватарки</a:t>
            </a:r>
            <a:r>
              <a:rPr lang="ru-RU" dirty="0"/>
              <a:t> пользователя (только изображения)</a:t>
            </a:r>
          </a:p>
          <a:p>
            <a:r>
              <a:rPr lang="ru-RU" dirty="0"/>
              <a:t>- Локальная база `</a:t>
            </a:r>
            <a:r>
              <a:rPr lang="ru-RU" dirty="0" err="1"/>
              <a:t>SQLite</a:t>
            </a:r>
            <a:r>
              <a:rPr lang="ru-RU" dirty="0"/>
              <a:t>`</a:t>
            </a:r>
          </a:p>
          <a:p>
            <a:r>
              <a:rPr lang="ru-RU" dirty="0"/>
              <a:t>- Дефолтная </a:t>
            </a:r>
            <a:r>
              <a:rPr lang="ru-RU" dirty="0" err="1"/>
              <a:t>аватарка</a:t>
            </a:r>
            <a:r>
              <a:rPr lang="ru-RU" dirty="0"/>
              <a:t> из папки `</a:t>
            </a:r>
            <a:r>
              <a:rPr lang="ru-RU" dirty="0" err="1"/>
              <a:t>media</a:t>
            </a:r>
            <a:r>
              <a:rPr lang="ru-RU" dirty="0"/>
              <a:t>`, если пользователь не загрузил свою</a:t>
            </a:r>
          </a:p>
          <a:p>
            <a:r>
              <a:rPr lang="ru-RU" dirty="0"/>
              <a:t>- Автоответ Поддержки ALTLINK через `</a:t>
            </a:r>
            <a:r>
              <a:rPr lang="ru-RU" dirty="0" err="1"/>
              <a:t>Gemini</a:t>
            </a:r>
            <a:r>
              <a:rPr lang="ru-RU" dirty="0"/>
              <a:t>` в теме `Проблемы и решения`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3171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onst\Documents\GitHub\ALTLINK-VPN\media\backgrou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18105" y="-99392"/>
            <a:ext cx="10176676" cy="720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Технологии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- `Flask` — </a:t>
            </a:r>
            <a:r>
              <a:rPr lang="ru-RU" dirty="0"/>
              <a:t>веб-</a:t>
            </a:r>
            <a:r>
              <a:rPr lang="ru-RU" dirty="0" err="1"/>
              <a:t>фреймворк</a:t>
            </a:r>
            <a:r>
              <a:rPr lang="ru-RU" dirty="0"/>
              <a:t> для маршрутов, сессий и шаблонов.</a:t>
            </a:r>
          </a:p>
          <a:p>
            <a:r>
              <a:rPr lang="ru-RU" dirty="0"/>
              <a:t>- `</a:t>
            </a:r>
            <a:r>
              <a:rPr lang="en-US" dirty="0"/>
              <a:t>Flask-</a:t>
            </a:r>
            <a:r>
              <a:rPr lang="en-US" dirty="0" err="1"/>
              <a:t>SQLAlchemy</a:t>
            </a:r>
            <a:r>
              <a:rPr lang="en-US" dirty="0"/>
              <a:t>` — ORM </a:t>
            </a:r>
            <a:r>
              <a:rPr lang="ru-RU" dirty="0"/>
              <a:t>для работы с </a:t>
            </a:r>
            <a:r>
              <a:rPr lang="en-US" dirty="0"/>
              <a:t>SQLite.</a:t>
            </a:r>
          </a:p>
          <a:p>
            <a:r>
              <a:rPr lang="en-US" dirty="0"/>
              <a:t>- `SQLite` — </a:t>
            </a:r>
            <a:r>
              <a:rPr lang="ru-RU" dirty="0"/>
              <a:t>локальная база данных для пользователей, тем и сообщений.</a:t>
            </a:r>
          </a:p>
          <a:p>
            <a:r>
              <a:rPr lang="ru-RU" dirty="0"/>
              <a:t>- `</a:t>
            </a:r>
            <a:r>
              <a:rPr lang="en-US" dirty="0"/>
              <a:t>Jinja2` — </a:t>
            </a:r>
            <a:r>
              <a:rPr lang="ru-RU" dirty="0" err="1"/>
              <a:t>шаблонизатор</a:t>
            </a:r>
            <a:r>
              <a:rPr lang="ru-RU" dirty="0"/>
              <a:t> </a:t>
            </a:r>
            <a:r>
              <a:rPr lang="en-US" dirty="0"/>
              <a:t>HTML.</a:t>
            </a:r>
          </a:p>
          <a:p>
            <a:r>
              <a:rPr lang="en-US" dirty="0"/>
              <a:t>- `requests` — HTTP-</a:t>
            </a:r>
            <a:r>
              <a:rPr lang="ru-RU" dirty="0"/>
              <a:t>клиент для обращения к </a:t>
            </a:r>
            <a:r>
              <a:rPr lang="en-US" dirty="0"/>
              <a:t>Gemini API.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51402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C:\Users\konst\Documents\GitHub\ALTLINK-VPN\media\backgrou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18105" y="-99392"/>
            <a:ext cx="10176676" cy="720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AutoShape 2" descr="QR previe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4" descr="QR preview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6" descr="QR preview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056" name="Picture 8" descr="http://qrcoder.ru/code/?http%3A%2F%2Fforum.altlink.online%2F&amp;4&amp;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5917" y="548680"/>
            <a:ext cx="5688632" cy="5688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636262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ругая 1">
      <a:dk1>
        <a:srgbClr val="000000"/>
      </a:dk1>
      <a:lt1>
        <a:srgbClr val="FFFFFF"/>
      </a:lt1>
      <a:dk2>
        <a:srgbClr val="1F2123"/>
      </a:dk2>
      <a:lt2>
        <a:srgbClr val="00B050"/>
      </a:lt2>
      <a:accent1>
        <a:srgbClr val="7E97AD"/>
      </a:accent1>
      <a:accent2>
        <a:srgbClr val="00B050"/>
      </a:accent2>
      <a:accent3>
        <a:srgbClr val="7A6A60"/>
      </a:accent3>
      <a:accent4>
        <a:srgbClr val="73AF7A"/>
      </a:accent4>
      <a:accent5>
        <a:srgbClr val="67787B"/>
      </a:accent5>
      <a:accent6>
        <a:srgbClr val="6CA07D"/>
      </a:accent6>
      <a:hlink>
        <a:srgbClr val="646464"/>
      </a:hlink>
      <a:folHlink>
        <a:srgbClr val="969696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165</Words>
  <Application>Microsoft Office PowerPoint</Application>
  <PresentationFormat>Экран (4:3)</PresentationFormat>
  <Paragraphs>18</Paragraphs>
  <Slides>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Тема Office</vt:lpstr>
      <vt:lpstr>Forum ALTLINK</vt:lpstr>
      <vt:lpstr>Презентация PowerPoint</vt:lpstr>
      <vt:lpstr>Технологии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Forum ALTLINK</dc:title>
  <dc:creator>Константин Андреев</dc:creator>
  <cp:lastModifiedBy>Константин Андреев</cp:lastModifiedBy>
  <cp:revision>4</cp:revision>
  <dcterms:created xsi:type="dcterms:W3CDTF">2026-05-15T11:27:58Z</dcterms:created>
  <dcterms:modified xsi:type="dcterms:W3CDTF">2026-05-15T12:10:00Z</dcterms:modified>
</cp:coreProperties>
</file>