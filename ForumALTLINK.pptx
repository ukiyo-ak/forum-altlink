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12.11.2009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Константин Андреев</dc:creator>
  <dcterms:created xsi:type="dcterms:W3CDTF">2026-05-15T11:27:58Z</dcterms:created>
</cp:coreProperties>
</file>